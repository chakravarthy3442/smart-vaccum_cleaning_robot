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Layouts/slideLayout10.xml" ContentType="application/vnd.openxmlformats-officedocument.presentationml.slideLayout+xml"/>
  <Override PartName="/ppt/theme/theme7.xml" ContentType="application/vnd.openxmlformats-officedocument.theme+xml"/>
  <Override PartName="/ppt/slideLayouts/slideLayout11.xml" ContentType="application/vnd.openxmlformats-officedocument.presentationml.slideLayout+xml"/>
  <Override PartName="/ppt/theme/theme8.xml" ContentType="application/vnd.openxmlformats-officedocument.theme+xml"/>
  <Override PartName="/ppt/slideLayouts/slideLayout12.xml" ContentType="application/vnd.openxmlformats-officedocument.presentationml.slideLayout+xml"/>
  <Override PartName="/ppt/theme/theme9.xml" ContentType="application/vnd.openxmlformats-officedocument.theme+xml"/>
  <Override PartName="/ppt/slideLayouts/slideLayout13.xml" ContentType="application/vnd.openxmlformats-officedocument.presentationml.slideLayout+xml"/>
  <Override PartName="/ppt/theme/theme10.xml" ContentType="application/vnd.openxmlformats-officedocument.theme+xml"/>
  <Override PartName="/ppt/slideLayouts/slideLayout14.xml" ContentType="application/vnd.openxmlformats-officedocument.presentationml.slideLayout+xml"/>
  <Override PartName="/ppt/theme/theme11.xml" ContentType="application/vnd.openxmlformats-officedocument.theme+xml"/>
  <Override PartName="/ppt/slideLayouts/slideLayout15.xml" ContentType="application/vnd.openxmlformats-officedocument.presentationml.slideLayout+xml"/>
  <Override PartName="/ppt/theme/theme12.xml" ContentType="application/vnd.openxmlformats-officedocument.theme+xml"/>
  <Override PartName="/ppt/slideLayouts/slideLayout16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  <p:sldMasterId id="2147483676" r:id="rId13"/>
  </p:sldMasterIdLst>
  <p:notesMasterIdLst>
    <p:notesMasterId r:id="rId26"/>
  </p:notesMasterIdLst>
  <p:sldIdLst>
    <p:sldId id="256" r:id="rId14"/>
    <p:sldId id="26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8" r:id="rId23"/>
    <p:sldId id="267" r:id="rId24"/>
    <p:sldId id="264" r:id="rId25"/>
  </p:sldIdLst>
  <p:sldSz cx="12192000" cy="6858000"/>
  <p:notesSz cx="6797675" cy="9874250"/>
  <p:embeddedFontLst>
    <p:embeddedFont>
      <p:font typeface="Bodoni" panose="020B0604020202020204" charset="0"/>
      <p:regular r:id="rId27"/>
      <p:bold r:id="rId28"/>
      <p:italic r:id="rId29"/>
      <p:boldItalic r:id="rId30"/>
    </p:embeddedFont>
    <p:embeddedFont>
      <p:font typeface="Candara" panose="020E0502030303020204" pitchFamily="34" charset="0"/>
      <p:regular r:id="rId31"/>
      <p:bold r:id="rId32"/>
      <p:italic r:id="rId33"/>
      <p:boldItalic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Comic Sans MS" panose="030F0702030302020204" pitchFamily="66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hVDuF5+V78I4O1woT/4HXM4LDc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4B539-0BC7-4479-A29D-E30A2235FA65}" v="33" dt="2026-03-16T09:55:06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8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9" Type="http://schemas.openxmlformats.org/officeDocument/2006/relationships/font" Target="fonts/font3.fntdata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microsoft.com/office/2015/10/relationships/revisionInfo" Target="revisionInfo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font" Target="fonts/font5.fntdata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heme" Target="theme/theme1.xml"/><Relationship Id="rId20" Type="http://schemas.openxmlformats.org/officeDocument/2006/relationships/slide" Target="slides/slide7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hi chakravarthy" userId="facee219786ca7d1" providerId="LiveId" clId="{BF2A14D4-A3C1-4A65-81CC-08A22BA41080}"/>
    <pc:docChg chg="undo custSel addSld modSld sldOrd">
      <pc:chgData name="vamshi chakravarthy" userId="facee219786ca7d1" providerId="LiveId" clId="{BF2A14D4-A3C1-4A65-81CC-08A22BA41080}" dt="2026-03-16T10:00:19.293" v="822" actId="20577"/>
      <pc:docMkLst>
        <pc:docMk/>
      </pc:docMkLst>
      <pc:sldChg chg="modSp mod">
        <pc:chgData name="vamshi chakravarthy" userId="facee219786ca7d1" providerId="LiveId" clId="{BF2A14D4-A3C1-4A65-81CC-08A22BA41080}" dt="2026-03-16T10:00:19.293" v="822" actId="20577"/>
        <pc:sldMkLst>
          <pc:docMk/>
          <pc:sldMk cId="0" sldId="256"/>
        </pc:sldMkLst>
        <pc:spChg chg="mod">
          <ac:chgData name="vamshi chakravarthy" userId="facee219786ca7d1" providerId="LiveId" clId="{BF2A14D4-A3C1-4A65-81CC-08A22BA41080}" dt="2026-03-16T04:14:45.366" v="315" actId="255"/>
          <ac:spMkLst>
            <pc:docMk/>
            <pc:sldMk cId="0" sldId="256"/>
            <ac:spMk id="364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9:59:55.232" v="820" actId="20577"/>
          <ac:spMkLst>
            <pc:docMk/>
            <pc:sldMk cId="0" sldId="256"/>
            <ac:spMk id="365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4:14:00.945" v="247" actId="20577"/>
          <ac:spMkLst>
            <pc:docMk/>
            <pc:sldMk cId="0" sldId="256"/>
            <ac:spMk id="367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10:00:19.293" v="822" actId="20577"/>
          <ac:spMkLst>
            <pc:docMk/>
            <pc:sldMk cId="0" sldId="256"/>
            <ac:spMk id="368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4:15:02.085" v="354" actId="20577"/>
          <ac:spMkLst>
            <pc:docMk/>
            <pc:sldMk cId="0" sldId="256"/>
            <ac:spMk id="369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4:14:54.555" v="349" actId="20577"/>
          <ac:spMkLst>
            <pc:docMk/>
            <pc:sldMk cId="0" sldId="256"/>
            <ac:spMk id="370" creationId="{00000000-0000-0000-0000-000000000000}"/>
          </ac:spMkLst>
        </pc:spChg>
      </pc:sldChg>
      <pc:sldChg chg="modSp mod">
        <pc:chgData name="vamshi chakravarthy" userId="facee219786ca7d1" providerId="LiveId" clId="{BF2A14D4-A3C1-4A65-81CC-08A22BA41080}" dt="2026-03-16T04:22:17.799" v="484" actId="255"/>
        <pc:sldMkLst>
          <pc:docMk/>
          <pc:sldMk cId="0" sldId="257"/>
        </pc:sldMkLst>
        <pc:spChg chg="mod">
          <ac:chgData name="vamshi chakravarthy" userId="facee219786ca7d1" providerId="LiveId" clId="{BF2A14D4-A3C1-4A65-81CC-08A22BA41080}" dt="2026-03-16T04:19:11.706" v="429" actId="1036"/>
          <ac:spMkLst>
            <pc:docMk/>
            <pc:sldMk cId="0" sldId="257"/>
            <ac:spMk id="377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4:22:17.799" v="484" actId="255"/>
          <ac:spMkLst>
            <pc:docMk/>
            <pc:sldMk cId="0" sldId="257"/>
            <ac:spMk id="379" creationId="{00000000-0000-0000-0000-000000000000}"/>
          </ac:spMkLst>
        </pc:spChg>
      </pc:sldChg>
      <pc:sldChg chg="modSp mod">
        <pc:chgData name="vamshi chakravarthy" userId="facee219786ca7d1" providerId="LiveId" clId="{BF2A14D4-A3C1-4A65-81CC-08A22BA41080}" dt="2026-03-16T04:20:13.014" v="479" actId="20577"/>
        <pc:sldMkLst>
          <pc:docMk/>
          <pc:sldMk cId="0" sldId="258"/>
        </pc:sldMkLst>
        <pc:spChg chg="mod">
          <ac:chgData name="vamshi chakravarthy" userId="facee219786ca7d1" providerId="LiveId" clId="{BF2A14D4-A3C1-4A65-81CC-08A22BA41080}" dt="2026-03-16T04:19:54.208" v="475" actId="20577"/>
          <ac:spMkLst>
            <pc:docMk/>
            <pc:sldMk cId="0" sldId="258"/>
            <ac:spMk id="386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4:20:13.014" v="479" actId="20577"/>
          <ac:spMkLst>
            <pc:docMk/>
            <pc:sldMk cId="0" sldId="258"/>
            <ac:spMk id="388" creationId="{00000000-0000-0000-0000-000000000000}"/>
          </ac:spMkLst>
        </pc:spChg>
      </pc:sldChg>
      <pc:sldChg chg="modSp mod">
        <pc:chgData name="vamshi chakravarthy" userId="facee219786ca7d1" providerId="LiveId" clId="{BF2A14D4-A3C1-4A65-81CC-08A22BA41080}" dt="2026-03-16T05:17:30.094" v="684"/>
        <pc:sldMkLst>
          <pc:docMk/>
          <pc:sldMk cId="0" sldId="259"/>
        </pc:sldMkLst>
        <pc:spChg chg="mod">
          <ac:chgData name="vamshi chakravarthy" userId="facee219786ca7d1" providerId="LiveId" clId="{BF2A14D4-A3C1-4A65-81CC-08A22BA41080}" dt="2026-03-16T05:17:30.094" v="684"/>
          <ac:spMkLst>
            <pc:docMk/>
            <pc:sldMk cId="0" sldId="259"/>
            <ac:spMk id="395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4:22:34.760" v="488" actId="20577"/>
          <ac:spMkLst>
            <pc:docMk/>
            <pc:sldMk cId="0" sldId="259"/>
            <ac:spMk id="397" creationId="{00000000-0000-0000-0000-000000000000}"/>
          </ac:spMkLst>
        </pc:spChg>
      </pc:sldChg>
      <pc:sldChg chg="addSp modSp mod">
        <pc:chgData name="vamshi chakravarthy" userId="facee219786ca7d1" providerId="LiveId" clId="{BF2A14D4-A3C1-4A65-81CC-08A22BA41080}" dt="2026-03-16T05:17:24.743" v="682"/>
        <pc:sldMkLst>
          <pc:docMk/>
          <pc:sldMk cId="0" sldId="260"/>
        </pc:sldMkLst>
        <pc:spChg chg="add">
          <ac:chgData name="vamshi chakravarthy" userId="facee219786ca7d1" providerId="LiveId" clId="{BF2A14D4-A3C1-4A65-81CC-08A22BA41080}" dt="2026-03-16T04:25:14.104" v="491"/>
          <ac:spMkLst>
            <pc:docMk/>
            <pc:sldMk cId="0" sldId="260"/>
            <ac:spMk id="3" creationId="{0CA502F3-615D-0312-C2E4-7A2947244FC9}"/>
          </ac:spMkLst>
        </pc:spChg>
        <pc:spChg chg="mod">
          <ac:chgData name="vamshi chakravarthy" userId="facee219786ca7d1" providerId="LiveId" clId="{BF2A14D4-A3C1-4A65-81CC-08A22BA41080}" dt="2026-03-16T05:17:24.743" v="682"/>
          <ac:spMkLst>
            <pc:docMk/>
            <pc:sldMk cId="0" sldId="260"/>
            <ac:spMk id="404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4:26:35.536" v="504" actId="20577"/>
          <ac:spMkLst>
            <pc:docMk/>
            <pc:sldMk cId="0" sldId="260"/>
            <ac:spMk id="406" creationId="{00000000-0000-0000-0000-000000000000}"/>
          </ac:spMkLst>
        </pc:spChg>
      </pc:sldChg>
      <pc:sldChg chg="modSp mod">
        <pc:chgData name="vamshi chakravarthy" userId="facee219786ca7d1" providerId="LiveId" clId="{BF2A14D4-A3C1-4A65-81CC-08A22BA41080}" dt="2026-03-16T05:17:20.414" v="680"/>
        <pc:sldMkLst>
          <pc:docMk/>
          <pc:sldMk cId="0" sldId="261"/>
        </pc:sldMkLst>
        <pc:spChg chg="mod">
          <ac:chgData name="vamshi chakravarthy" userId="facee219786ca7d1" providerId="LiveId" clId="{BF2A14D4-A3C1-4A65-81CC-08A22BA41080}" dt="2026-03-16T05:17:20.414" v="680"/>
          <ac:spMkLst>
            <pc:docMk/>
            <pc:sldMk cId="0" sldId="261"/>
            <ac:spMk id="413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4:26:48.525" v="505" actId="20577"/>
          <ac:spMkLst>
            <pc:docMk/>
            <pc:sldMk cId="0" sldId="261"/>
            <ac:spMk id="415" creationId="{00000000-0000-0000-0000-000000000000}"/>
          </ac:spMkLst>
        </pc:spChg>
      </pc:sldChg>
      <pc:sldChg chg="addSp modSp mod">
        <pc:chgData name="vamshi chakravarthy" userId="facee219786ca7d1" providerId="LiveId" clId="{BF2A14D4-A3C1-4A65-81CC-08A22BA41080}" dt="2026-03-16T05:17:15.926" v="678"/>
        <pc:sldMkLst>
          <pc:docMk/>
          <pc:sldMk cId="0" sldId="262"/>
        </pc:sldMkLst>
        <pc:spChg chg="add">
          <ac:chgData name="vamshi chakravarthy" userId="facee219786ca7d1" providerId="LiveId" clId="{BF2A14D4-A3C1-4A65-81CC-08A22BA41080}" dt="2026-03-16T04:27:46.785" v="507"/>
          <ac:spMkLst>
            <pc:docMk/>
            <pc:sldMk cId="0" sldId="262"/>
            <ac:spMk id="3" creationId="{F0554A7B-8207-076E-647D-AA351DEC251C}"/>
          </ac:spMkLst>
        </pc:spChg>
        <pc:spChg chg="add mod">
          <ac:chgData name="vamshi chakravarthy" userId="facee219786ca7d1" providerId="LiveId" clId="{BF2A14D4-A3C1-4A65-81CC-08A22BA41080}" dt="2026-03-16T04:27:57.813" v="510" actId="20577"/>
          <ac:spMkLst>
            <pc:docMk/>
            <pc:sldMk cId="0" sldId="262"/>
            <ac:spMk id="4" creationId="{BE4F22D9-2A81-17E1-6A57-0A0BECE62048}"/>
          </ac:spMkLst>
        </pc:spChg>
        <pc:spChg chg="add mod">
          <ac:chgData name="vamshi chakravarthy" userId="facee219786ca7d1" providerId="LiveId" clId="{BF2A14D4-A3C1-4A65-81CC-08A22BA41080}" dt="2026-03-16T04:29:06.513" v="623" actId="1076"/>
          <ac:spMkLst>
            <pc:docMk/>
            <pc:sldMk cId="0" sldId="262"/>
            <ac:spMk id="5" creationId="{5559C023-BD94-ECB6-BB12-3F3004B911C8}"/>
          </ac:spMkLst>
        </pc:spChg>
        <pc:spChg chg="mod">
          <ac:chgData name="vamshi chakravarthy" userId="facee219786ca7d1" providerId="LiveId" clId="{BF2A14D4-A3C1-4A65-81CC-08A22BA41080}" dt="2026-03-16T05:17:15.926" v="678"/>
          <ac:spMkLst>
            <pc:docMk/>
            <pc:sldMk cId="0" sldId="262"/>
            <ac:spMk id="422" creationId="{00000000-0000-0000-0000-000000000000}"/>
          </ac:spMkLst>
        </pc:spChg>
        <pc:spChg chg="mod">
          <ac:chgData name="vamshi chakravarthy" userId="facee219786ca7d1" providerId="LiveId" clId="{BF2A14D4-A3C1-4A65-81CC-08A22BA41080}" dt="2026-03-16T04:28:08.970" v="606" actId="20577"/>
          <ac:spMkLst>
            <pc:docMk/>
            <pc:sldMk cId="0" sldId="262"/>
            <ac:spMk id="424" creationId="{00000000-0000-0000-0000-000000000000}"/>
          </ac:spMkLst>
        </pc:spChg>
      </pc:sldChg>
      <pc:sldChg chg="addSp modSp mod">
        <pc:chgData name="vamshi chakravarthy" userId="facee219786ca7d1" providerId="LiveId" clId="{BF2A14D4-A3C1-4A65-81CC-08A22BA41080}" dt="2026-03-16T09:57:39.938" v="816" actId="20577"/>
        <pc:sldMkLst>
          <pc:docMk/>
          <pc:sldMk cId="0" sldId="263"/>
        </pc:sldMkLst>
        <pc:spChg chg="add">
          <ac:chgData name="vamshi chakravarthy" userId="facee219786ca7d1" providerId="LiveId" clId="{BF2A14D4-A3C1-4A65-81CC-08A22BA41080}" dt="2026-03-16T05:13:35.725" v="626"/>
          <ac:spMkLst>
            <pc:docMk/>
            <pc:sldMk cId="0" sldId="263"/>
            <ac:spMk id="3" creationId="{81B97006-46AF-C1FD-0A63-8B21570C9B7F}"/>
          </ac:spMkLst>
        </pc:spChg>
        <pc:spChg chg="mod">
          <ac:chgData name="vamshi chakravarthy" userId="facee219786ca7d1" providerId="LiveId" clId="{BF2A14D4-A3C1-4A65-81CC-08A22BA41080}" dt="2026-03-16T09:57:39.938" v="816" actId="20577"/>
          <ac:spMkLst>
            <pc:docMk/>
            <pc:sldMk cId="0" sldId="263"/>
            <ac:spMk id="7" creationId="{B047D7B2-27A2-94E1-CA66-AF3B7F8A4842}"/>
          </ac:spMkLst>
        </pc:spChg>
        <pc:spChg chg="mod">
          <ac:chgData name="vamshi chakravarthy" userId="facee219786ca7d1" providerId="LiveId" clId="{BF2A14D4-A3C1-4A65-81CC-08A22BA41080}" dt="2026-03-16T05:17:10.193" v="676"/>
          <ac:spMkLst>
            <pc:docMk/>
            <pc:sldMk cId="0" sldId="263"/>
            <ac:spMk id="431" creationId="{00000000-0000-0000-0000-000000000000}"/>
          </ac:spMkLst>
        </pc:spChg>
      </pc:sldChg>
      <pc:sldChg chg="addSp delSp modSp mod">
        <pc:chgData name="vamshi chakravarthy" userId="facee219786ca7d1" providerId="LiveId" clId="{BF2A14D4-A3C1-4A65-81CC-08A22BA41080}" dt="2026-03-16T05:17:00.161" v="674" actId="20577"/>
        <pc:sldMkLst>
          <pc:docMk/>
          <pc:sldMk cId="0" sldId="264"/>
        </pc:sldMkLst>
        <pc:spChg chg="add mod">
          <ac:chgData name="vamshi chakravarthy" userId="facee219786ca7d1" providerId="LiveId" clId="{BF2A14D4-A3C1-4A65-81CC-08A22BA41080}" dt="2026-03-16T05:16:40.036" v="635" actId="14100"/>
          <ac:spMkLst>
            <pc:docMk/>
            <pc:sldMk cId="0" sldId="264"/>
            <ac:spMk id="3" creationId="{278C0F30-0680-356A-C10A-06D4416B39E8}"/>
          </ac:spMkLst>
        </pc:spChg>
        <pc:spChg chg="del mod">
          <ac:chgData name="vamshi chakravarthy" userId="facee219786ca7d1" providerId="LiveId" clId="{BF2A14D4-A3C1-4A65-81CC-08A22BA41080}" dt="2026-03-16T05:16:22.465" v="632"/>
          <ac:spMkLst>
            <pc:docMk/>
            <pc:sldMk cId="0" sldId="264"/>
            <ac:spMk id="4" creationId="{4330999C-33C2-14B7-19E9-BBA1DCBE1AAC}"/>
          </ac:spMkLst>
        </pc:spChg>
        <pc:spChg chg="add del mod">
          <ac:chgData name="vamshi chakravarthy" userId="facee219786ca7d1" providerId="LiveId" clId="{BF2A14D4-A3C1-4A65-81CC-08A22BA41080}" dt="2026-03-16T05:17:00.161" v="674" actId="20577"/>
          <ac:spMkLst>
            <pc:docMk/>
            <pc:sldMk cId="0" sldId="264"/>
            <ac:spMk id="440" creationId="{00000000-0000-0000-0000-000000000000}"/>
          </ac:spMkLst>
        </pc:spChg>
      </pc:sldChg>
      <pc:sldChg chg="delSp modSp add mod ord">
        <pc:chgData name="vamshi chakravarthy" userId="facee219786ca7d1" providerId="LiveId" clId="{BF2A14D4-A3C1-4A65-81CC-08A22BA41080}" dt="2026-03-16T09:59:08.942" v="818" actId="255"/>
        <pc:sldMkLst>
          <pc:docMk/>
          <pc:sldMk cId="63536810" sldId="267"/>
        </pc:sldMkLst>
        <pc:spChg chg="del mod">
          <ac:chgData name="vamshi chakravarthy" userId="facee219786ca7d1" providerId="LiveId" clId="{BF2A14D4-A3C1-4A65-81CC-08A22BA41080}" dt="2026-03-16T09:54:34.599" v="767"/>
          <ac:spMkLst>
            <pc:docMk/>
            <pc:sldMk cId="63536810" sldId="267"/>
            <ac:spMk id="7" creationId="{D59EFE70-34B2-E58C-5CB8-745FD98E7E58}"/>
          </ac:spMkLst>
        </pc:spChg>
        <pc:spChg chg="mod">
          <ac:chgData name="vamshi chakravarthy" userId="facee219786ca7d1" providerId="LiveId" clId="{BF2A14D4-A3C1-4A65-81CC-08A22BA41080}" dt="2026-03-16T09:54:26.605" v="764" actId="20577"/>
          <ac:spMkLst>
            <pc:docMk/>
            <pc:sldMk cId="63536810" sldId="267"/>
            <ac:spMk id="432" creationId="{874098EE-5BCB-B643-7094-34FBA1E10535}"/>
          </ac:spMkLst>
        </pc:spChg>
        <pc:spChg chg="mod">
          <ac:chgData name="vamshi chakravarthy" userId="facee219786ca7d1" providerId="LiveId" clId="{BF2A14D4-A3C1-4A65-81CC-08A22BA41080}" dt="2026-03-16T09:59:08.942" v="818" actId="255"/>
          <ac:spMkLst>
            <pc:docMk/>
            <pc:sldMk cId="63536810" sldId="267"/>
            <ac:spMk id="433" creationId="{6FA37042-CAFE-827C-315F-45B125D78722}"/>
          </ac:spMkLst>
        </pc:spChg>
      </pc:sldChg>
      <pc:sldChg chg="modSp add mod">
        <pc:chgData name="vamshi chakravarthy" userId="facee219786ca7d1" providerId="LiveId" clId="{BF2A14D4-A3C1-4A65-81CC-08A22BA41080}" dt="2026-03-16T09:58:59.919" v="817" actId="255"/>
        <pc:sldMkLst>
          <pc:docMk/>
          <pc:sldMk cId="3148524028" sldId="268"/>
        </pc:sldMkLst>
        <pc:spChg chg="mod">
          <ac:chgData name="vamshi chakravarthy" userId="facee219786ca7d1" providerId="LiveId" clId="{BF2A14D4-A3C1-4A65-81CC-08A22BA41080}" dt="2026-03-16T09:58:59.919" v="817" actId="255"/>
          <ac:spMkLst>
            <pc:docMk/>
            <pc:sldMk cId="3148524028" sldId="268"/>
            <ac:spMk id="433" creationId="{016DAD2D-9558-24C3-FAFC-FC6F7FB0ED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6562" y="1233487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61" name="Google Shape;361;p1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:notes"/>
          <p:cNvSpPr txBox="1"/>
          <p:nvPr/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D4C6529A-3175-E591-825B-2B4DEAC6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:notes">
            <a:extLst>
              <a:ext uri="{FF2B5EF4-FFF2-40B4-BE49-F238E27FC236}">
                <a16:creationId xmlns:a16="http://schemas.microsoft.com/office/drawing/2014/main" id="{9D4599D7-D072-FE6D-E9D8-AAFF34EC4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8:notes">
            <a:extLst>
              <a:ext uri="{FF2B5EF4-FFF2-40B4-BE49-F238E27FC236}">
                <a16:creationId xmlns:a16="http://schemas.microsoft.com/office/drawing/2014/main" id="{2A2219F6-DEEC-B453-F3EA-2747010D2D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3522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1CAEB852-55EE-ED78-E4F8-EA608224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:notes">
            <a:extLst>
              <a:ext uri="{FF2B5EF4-FFF2-40B4-BE49-F238E27FC236}">
                <a16:creationId xmlns:a16="http://schemas.microsoft.com/office/drawing/2014/main" id="{3626B570-5FE9-6239-0582-F2B87E3BC1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8:notes">
            <a:extLst>
              <a:ext uri="{FF2B5EF4-FFF2-40B4-BE49-F238E27FC236}">
                <a16:creationId xmlns:a16="http://schemas.microsoft.com/office/drawing/2014/main" id="{A77070AD-5401-692C-40D0-4704B98B9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3458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256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ftr" idx="11"/>
          </p:nvPr>
        </p:nvSpPr>
        <p:spPr>
          <a:xfrm rot="5400000">
            <a:off x="8960643" y="3226593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4"/>
          </p:nvPr>
        </p:nvSpPr>
        <p:spPr>
          <a:xfrm>
            <a:off x="6208710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5781146" y="1447800"/>
            <a:ext cx="519006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1154955" y="2895600"/>
            <a:ext cx="2793158" cy="312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>
            <a:spLocks noGrp="1"/>
          </p:cNvSpPr>
          <p:nvPr>
            <p:ph type="pic" idx="2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1154955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7"/>
          <p:cNvSpPr>
            <a:spLocks noGrp="1"/>
          </p:cNvSpPr>
          <p:nvPr>
            <p:ph type="pic" idx="2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body" idx="1"/>
          </p:nvPr>
        </p:nvSpPr>
        <p:spPr>
          <a:xfrm>
            <a:off x="1154956" y="553666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1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1"/>
          </p:nvPr>
        </p:nvSpPr>
        <p:spPr>
          <a:xfrm>
            <a:off x="1945945" y="3678766"/>
            <a:ext cx="7725772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2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5"/>
          <p:cNvSpPr txBox="1"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94" name="Google Shape;294;p35"/>
          <p:cNvSpPr txBox="1">
            <a:spLocks noGrp="1"/>
          </p:cNvSpPr>
          <p:nvPr>
            <p:ph type="body" idx="2"/>
          </p:nvPr>
        </p:nvSpPr>
        <p:spPr>
          <a:xfrm>
            <a:off x="1154954" y="3193561"/>
            <a:ext cx="3129168" cy="283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body" idx="3"/>
          </p:nvPr>
        </p:nvSpPr>
        <p:spPr>
          <a:xfrm>
            <a:off x="4512721" y="2603502"/>
            <a:ext cx="314538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body" idx="4"/>
          </p:nvPr>
        </p:nvSpPr>
        <p:spPr>
          <a:xfrm>
            <a:off x="4512721" y="3193561"/>
            <a:ext cx="3145380" cy="2833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body" idx="5"/>
          </p:nvPr>
        </p:nvSpPr>
        <p:spPr>
          <a:xfrm>
            <a:off x="7886700" y="2617299"/>
            <a:ext cx="3161029" cy="57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body" idx="6"/>
          </p:nvPr>
        </p:nvSpPr>
        <p:spPr>
          <a:xfrm>
            <a:off x="7886700" y="3193561"/>
            <a:ext cx="3164719" cy="283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5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37"/>
          <p:cNvSpPr txBox="1"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324" name="Google Shape;324;p37"/>
          <p:cNvSpPr>
            <a:spLocks noGrp="1"/>
          </p:cNvSpPr>
          <p:nvPr>
            <p:ph type="pic" idx="2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25" name="Google Shape;325;p37"/>
          <p:cNvSpPr txBox="1">
            <a:spLocks noGrp="1"/>
          </p:cNvSpPr>
          <p:nvPr>
            <p:ph type="body" idx="3"/>
          </p:nvPr>
        </p:nvSpPr>
        <p:spPr>
          <a:xfrm>
            <a:off x="1154953" y="5109107"/>
            <a:ext cx="3050437" cy="917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326" name="Google Shape;326;p37"/>
          <p:cNvSpPr txBox="1">
            <a:spLocks noGrp="1"/>
          </p:cNvSpPr>
          <p:nvPr>
            <p:ph type="body" idx="4"/>
          </p:nvPr>
        </p:nvSpPr>
        <p:spPr>
          <a:xfrm>
            <a:off x="4572537" y="4532846"/>
            <a:ext cx="3046766" cy="65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327" name="Google Shape;327;p37"/>
          <p:cNvSpPr>
            <a:spLocks noGrp="1"/>
          </p:cNvSpPr>
          <p:nvPr>
            <p:ph type="pic" idx="5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body" idx="6"/>
          </p:nvPr>
        </p:nvSpPr>
        <p:spPr>
          <a:xfrm>
            <a:off x="4568865" y="5184002"/>
            <a:ext cx="3050438" cy="843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body" idx="7"/>
          </p:nvPr>
        </p:nvSpPr>
        <p:spPr>
          <a:xfrm>
            <a:off x="7983434" y="4532847"/>
            <a:ext cx="3050438" cy="65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330" name="Google Shape;330;p37"/>
          <p:cNvSpPr>
            <a:spLocks noGrp="1"/>
          </p:cNvSpPr>
          <p:nvPr>
            <p:ph type="pic" idx="8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body" idx="9"/>
          </p:nvPr>
        </p:nvSpPr>
        <p:spPr>
          <a:xfrm>
            <a:off x="7983434" y="5184001"/>
            <a:ext cx="3050437" cy="84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332" name="Google Shape;332;p37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7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>
            <a:spLocks noGrp="1"/>
          </p:cNvSpPr>
          <p:nvPr>
            <p:ph type="title"/>
          </p:nvPr>
        </p:nvSpPr>
        <p:spPr>
          <a:xfrm rot="5400000">
            <a:off x="6909428" y="2945796"/>
            <a:ext cx="4748589" cy="1413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39"/>
          <p:cNvSpPr txBox="1">
            <a:spLocks noGrp="1"/>
          </p:cNvSpPr>
          <p:nvPr>
            <p:ph type="body" idx="1"/>
          </p:nvPr>
        </p:nvSpPr>
        <p:spPr>
          <a:xfrm rot="5400000">
            <a:off x="1904432" y="528990"/>
            <a:ext cx="4748590" cy="6247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356" name="Google Shape;356;p39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39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39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3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5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0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1" name="Google Shape;11;p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0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0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0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ftr" idx="11"/>
          </p:nvPr>
        </p:nvSpPr>
        <p:spPr>
          <a:xfrm rot="5400000">
            <a:off x="8960643" y="3226593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12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32" name="Google Shape;32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2"/>
            <p:cNvSpPr/>
            <p:nvPr/>
          </p:nvSpPr>
          <p:spPr>
            <a:xfrm rot="-600000">
              <a:off x="8491538" y="1798139"/>
              <a:ext cx="3298825" cy="43980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>
              <a:off x="458788" y="1866411"/>
              <a:ext cx="11277600" cy="4534619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8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82" name="Google Shape;82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8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8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7289800" y="402504"/>
              <a:ext cx="4478338" cy="60540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8"/>
            <p:cNvSpPr/>
            <p:nvPr/>
          </p:nvSpPr>
          <p:spPr>
            <a:xfrm rot="-5700000">
              <a:off x="4698737" y="1825165"/>
              <a:ext cx="3299348" cy="44132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8"/>
            <p:cNvSpPr/>
            <p:nvPr/>
          </p:nvSpPr>
          <p:spPr>
            <a:xfrm rot="-5400000">
              <a:off x="3786501" y="2802490"/>
              <a:ext cx="6054098" cy="1254125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2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17" name="Google Shape;117;p2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2"/>
            <p:cNvSpPr/>
            <p:nvPr/>
          </p:nvSpPr>
          <p:spPr>
            <a:xfrm>
              <a:off x="5713413" y="402504"/>
              <a:ext cx="6054725" cy="60540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 rot="-5700000">
              <a:off x="3140606" y="1825959"/>
              <a:ext cx="3299348" cy="43973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 rot="-5400000">
              <a:off x="2229163" y="2802490"/>
              <a:ext cx="6054098" cy="1254125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24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42" name="Google Shape;142;p2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6172200" y="402504"/>
              <a:ext cx="5595938" cy="60540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4"/>
            <p:cNvSpPr/>
            <p:nvPr/>
          </p:nvSpPr>
          <p:spPr>
            <a:xfrm rot="-5400000">
              <a:off x="3295170" y="2801697"/>
              <a:ext cx="6054098" cy="1255712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4"/>
            <p:cNvSpPr/>
            <p:nvPr/>
          </p:nvSpPr>
          <p:spPr>
            <a:xfrm rot="-5700000">
              <a:off x="4203437" y="1825165"/>
              <a:ext cx="3299348" cy="44132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4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6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67" name="Google Shape;167;p2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6"/>
            <p:cNvSpPr/>
            <p:nvPr/>
          </p:nvSpPr>
          <p:spPr>
            <a:xfrm rot="-600000">
              <a:off x="8491538" y="1798139"/>
              <a:ext cx="3298825" cy="43980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458788" y="1866411"/>
              <a:ext cx="11277600" cy="4534619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2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26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78" name="Google Shape;178;p2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 rot="10320000">
              <a:off x="263525" y="4438569"/>
              <a:ext cx="3300413" cy="44139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10800000">
              <a:off x="458788" y="321529"/>
              <a:ext cx="11277600" cy="4533031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8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202" name="Google Shape;202;p2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8"/>
            <p:cNvSpPr/>
            <p:nvPr/>
          </p:nvSpPr>
          <p:spPr>
            <a:xfrm rot="-600000">
              <a:off x="8491538" y="2714271"/>
              <a:ext cx="3298825" cy="44139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455613" y="2801598"/>
              <a:ext cx="11277600" cy="3602608"/>
            </a:xfrm>
            <a:custGeom>
              <a:avLst/>
              <a:gdLst/>
              <a:ahLst/>
              <a:cxnLst/>
              <a:rect l="l" t="t" r="r" b="b"/>
              <a:pathLst>
                <a:path w="10000" h="7946" extrusionOk="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2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4" name="Google Shape;214;p28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" name="Google Shape;215;p28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30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225" name="Google Shape;225;p3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0"/>
            <p:cNvSpPr/>
            <p:nvPr/>
          </p:nvSpPr>
          <p:spPr>
            <a:xfrm rot="-600000">
              <a:off x="8491538" y="4184529"/>
              <a:ext cx="3298825" cy="44139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455613" y="4241688"/>
              <a:ext cx="11277600" cy="233717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30"/>
          <p:cNvSpPr txBox="1"/>
          <p:nvPr/>
        </p:nvSpPr>
        <p:spPr>
          <a:xfrm>
            <a:off x="9718675" y="2632075"/>
            <a:ext cx="803275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Arial"/>
              <a:buNone/>
            </a:pPr>
            <a:r>
              <a:rPr lang="en-US" sz="96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898525" y="590550"/>
            <a:ext cx="801687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Arial"/>
              <a:buNone/>
            </a:pPr>
            <a:r>
              <a:rPr lang="en-US" sz="96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36" name="Google Shape;236;p3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32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251" name="Google Shape;251;p3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2"/>
            <p:cNvSpPr/>
            <p:nvPr/>
          </p:nvSpPr>
          <p:spPr>
            <a:xfrm rot="-600000">
              <a:off x="8491538" y="4194055"/>
              <a:ext cx="3298825" cy="43980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2"/>
            <p:cNvSpPr/>
            <p:nvPr/>
          </p:nvSpPr>
          <p:spPr>
            <a:xfrm>
              <a:off x="455613" y="4241688"/>
              <a:ext cx="11277600" cy="233717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2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3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2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34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274" name="Google Shape;274;p3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4"/>
            <p:cNvSpPr/>
            <p:nvPr/>
          </p:nvSpPr>
          <p:spPr>
            <a:xfrm rot="-600000">
              <a:off x="8491538" y="1798139"/>
              <a:ext cx="3298825" cy="43980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458788" y="1866411"/>
              <a:ext cx="11277600" cy="4534619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" name="Google Shape;283;p3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34"/>
          <p:cNvCxnSpPr/>
          <p:nvPr/>
        </p:nvCxnSpPr>
        <p:spPr>
          <a:xfrm>
            <a:off x="4403725" y="2570162"/>
            <a:ext cx="0" cy="3492500"/>
          </a:xfrm>
          <a:prstGeom prst="straightConnector1">
            <a:avLst/>
          </a:prstGeom>
          <a:noFill/>
          <a:ln w="12700" cap="rnd" cmpd="sng">
            <a:solidFill>
              <a:schemeClr val="accent1">
                <a:alpha val="4078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85" name="Google Shape;285;p34"/>
          <p:cNvCxnSpPr/>
          <p:nvPr/>
        </p:nvCxnSpPr>
        <p:spPr>
          <a:xfrm>
            <a:off x="7772400" y="2570162"/>
            <a:ext cx="0" cy="3492500"/>
          </a:xfrm>
          <a:prstGeom prst="straightConnector1">
            <a:avLst/>
          </a:prstGeom>
          <a:noFill/>
          <a:ln w="12700" cap="rnd" cmpd="sng">
            <a:solidFill>
              <a:schemeClr val="accent1">
                <a:alpha val="4078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86" name="Google Shape;286;p34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6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304" name="Google Shape;304;p3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6"/>
            <p:cNvSpPr/>
            <p:nvPr/>
          </p:nvSpPr>
          <p:spPr>
            <a:xfrm rot="-600000">
              <a:off x="8491538" y="1798139"/>
              <a:ext cx="3298825" cy="43980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458788" y="1866411"/>
              <a:ext cx="11277600" cy="4534619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3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36"/>
          <p:cNvCxnSpPr/>
          <p:nvPr/>
        </p:nvCxnSpPr>
        <p:spPr>
          <a:xfrm>
            <a:off x="4387850" y="2603500"/>
            <a:ext cx="0" cy="3517900"/>
          </a:xfrm>
          <a:prstGeom prst="straightConnector1">
            <a:avLst/>
          </a:prstGeom>
          <a:noFill/>
          <a:ln w="12700" cap="rnd" cmpd="sng">
            <a:solidFill>
              <a:schemeClr val="accent1">
                <a:alpha val="39607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5" name="Google Shape;315;p36"/>
          <p:cNvCxnSpPr/>
          <p:nvPr/>
        </p:nvCxnSpPr>
        <p:spPr>
          <a:xfrm>
            <a:off x="7802562" y="2603500"/>
            <a:ext cx="0" cy="3492500"/>
          </a:xfrm>
          <a:prstGeom prst="straightConnector1">
            <a:avLst/>
          </a:prstGeom>
          <a:noFill/>
          <a:ln w="12700" cap="rnd" cmpd="sng">
            <a:solidFill>
              <a:schemeClr val="accent1">
                <a:alpha val="39607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16" name="Google Shape;316;p36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3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18" name="Google Shape;318;p36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9" name="Google Shape;319;p36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0" name="Google Shape;320;p36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8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337" name="Google Shape;337;p3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 rot="5100000">
              <a:off x="6293383" y="4577532"/>
              <a:ext cx="3300935" cy="441325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414338" y="402504"/>
              <a:ext cx="6511925" cy="60540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8"/>
            <p:cNvSpPr/>
            <p:nvPr/>
          </p:nvSpPr>
          <p:spPr>
            <a:xfrm rot="5400000">
              <a:off x="4448488" y="2802490"/>
              <a:ext cx="6054098" cy="1254125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8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3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0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8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0" name="Google Shape;350;p38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8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8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"/>
          <p:cNvSpPr txBox="1">
            <a:spLocks noGrp="1"/>
          </p:cNvSpPr>
          <p:nvPr>
            <p:ph type="ctrTitle"/>
          </p:nvPr>
        </p:nvSpPr>
        <p:spPr>
          <a:xfrm>
            <a:off x="534987" y="984250"/>
            <a:ext cx="11195050" cy="99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3600"/>
              <a:buFont typeface="Century Gothic"/>
              <a:buNone/>
            </a:pP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3200" b="0" i="0" u="none" dirty="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3200" b="0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Project Title </a:t>
            </a:r>
            <a:br>
              <a:rPr lang="en-US" sz="3200" b="0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</a:br>
            <a:r>
              <a:rPr lang="en-US" sz="3200" b="0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Smart </a:t>
            </a:r>
            <a:r>
              <a:rPr lang="en-US" sz="3200" b="0" i="0" u="none" dirty="0" err="1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vaccum</a:t>
            </a:r>
            <a:r>
              <a:rPr lang="en-US" sz="3200" b="0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 cleaner robot</a:t>
            </a:r>
            <a:endParaRPr sz="3200" dirty="0">
              <a:latin typeface="+mj-lt"/>
            </a:endParaRPr>
          </a:p>
        </p:txBody>
      </p:sp>
      <p:sp>
        <p:nvSpPr>
          <p:cNvPr id="365" name="Google Shape;365;p1"/>
          <p:cNvSpPr txBox="1">
            <a:spLocks noGrp="1"/>
          </p:cNvSpPr>
          <p:nvPr>
            <p:ph type="subTitle" idx="1"/>
          </p:nvPr>
        </p:nvSpPr>
        <p:spPr>
          <a:xfrm>
            <a:off x="5316537" y="2039937"/>
            <a:ext cx="6259164" cy="288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BY</a:t>
            </a:r>
            <a:endParaRPr lang="en-US" sz="2000" b="1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 STUDENT 1 NAM</a:t>
            </a:r>
            <a:r>
              <a:rPr lang="en-US" sz="2000" b="1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E</a:t>
            </a: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   </a:t>
            </a:r>
            <a:r>
              <a:rPr lang="en-US" sz="2000" b="1" dirty="0" err="1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Vamshichakravarthi</a:t>
            </a:r>
            <a:r>
              <a:rPr lang="en-US" sz="2000" b="1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 c</a:t>
            </a: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             USN 1CR24EC232</a:t>
            </a:r>
            <a:endParaRPr dirty="0">
              <a:latin typeface="+mj-lt"/>
            </a:endParaRPr>
          </a:p>
          <a:p>
            <a:pPr marL="0" lvl="0" indent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 STUDENT 2 NAME  AMITH SRINIVAS</a:t>
            </a:r>
            <a:r>
              <a:rPr lang="en-US" sz="2000" b="1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A</a:t>
            </a: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   </a:t>
            </a:r>
          </a:p>
          <a:p>
            <a:pPr marL="0" lvl="0" indent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USN 1CR24EC019</a:t>
            </a:r>
            <a:endParaRPr dirty="0">
              <a:latin typeface="+mj-lt"/>
            </a:endParaRPr>
          </a:p>
          <a:p>
            <a:pPr marL="0" lvl="0" indent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STUDENT 3 NAME   MALLIKARJUN     </a:t>
            </a:r>
            <a:endParaRPr lang="en-US" sz="2000" b="1" dirty="0">
              <a:solidFill>
                <a:schemeClr val="lt1"/>
              </a:solidFill>
              <a:latin typeface="+mj-lt"/>
              <a:ea typeface="Comic Sans MS"/>
              <a:cs typeface="Comic Sans MS"/>
              <a:sym typeface="Comic Sans MS"/>
            </a:endParaRPr>
          </a:p>
          <a:p>
            <a:pPr marL="0" lvl="0" indent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 USN 1CR24EC110</a:t>
            </a:r>
            <a:endParaRPr dirty="0">
              <a:latin typeface="+mj-lt"/>
            </a:endParaRPr>
          </a:p>
          <a:p>
            <a:pPr marL="0" lvl="0" indent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      </a:t>
            </a:r>
            <a:endParaRPr dirty="0">
              <a:latin typeface="+mj-lt"/>
            </a:endParaRPr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dirty="0"/>
          </a:p>
        </p:txBody>
      </p:sp>
      <p:sp>
        <p:nvSpPr>
          <p:cNvPr id="367" name="Google Shape;367;p1"/>
          <p:cNvSpPr txBox="1"/>
          <p:nvPr/>
        </p:nvSpPr>
        <p:spPr>
          <a:xfrm>
            <a:off x="3244850" y="5641975"/>
            <a:ext cx="628332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rPr lang="en-US" sz="2400" b="0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ECE DEPARTMENT</a:t>
            </a:r>
            <a:endParaRPr sz="1800" b="0" i="0" u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8" name="Google Shape;368;p1"/>
          <p:cNvSpPr txBox="1"/>
          <p:nvPr/>
        </p:nvSpPr>
        <p:spPr>
          <a:xfrm>
            <a:off x="5264150" y="4860925"/>
            <a:ext cx="677377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Under the Guidance of </a:t>
            </a:r>
            <a:r>
              <a:rPr lang="en-US" sz="2000" b="1" i="0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Prof</a:t>
            </a:r>
            <a:r>
              <a:rPr lang="en-US" sz="2000" b="1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. </a:t>
            </a:r>
            <a:r>
              <a:rPr lang="en-US" sz="2000" b="1" i="0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Sophiya </a:t>
            </a:r>
            <a:r>
              <a:rPr lang="en-US" sz="2000" b="1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S</a:t>
            </a:r>
            <a:r>
              <a:rPr lang="en-US" sz="2000" b="1" i="0" dirty="0">
                <a:solidFill>
                  <a:schemeClr val="lt1"/>
                </a:solidFill>
                <a:latin typeface="+mj-lt"/>
                <a:ea typeface="Comic Sans MS"/>
                <a:cs typeface="Comic Sans MS"/>
                <a:sym typeface="Comic Sans MS"/>
              </a:rPr>
              <a:t>usan</a:t>
            </a:r>
            <a:endParaRPr dirty="0">
              <a:latin typeface="+mj-l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endParaRPr sz="1800" b="1" i="0" u="none" dirty="0">
              <a:solidFill>
                <a:schemeClr val="lt1"/>
              </a:solidFill>
              <a:latin typeface="+mj-lt"/>
              <a:ea typeface="Comic Sans MS"/>
              <a:cs typeface="Comic Sans MS"/>
              <a:sym typeface="Comic Sans M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rPr lang="en-US" sz="2400" b="0" i="0" u="none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dirty="0"/>
          </a:p>
        </p:txBody>
      </p:sp>
      <p:sp>
        <p:nvSpPr>
          <p:cNvPr id="369" name="Google Shape;369;p1"/>
          <p:cNvSpPr txBox="1"/>
          <p:nvPr/>
        </p:nvSpPr>
        <p:spPr>
          <a:xfrm>
            <a:off x="5541962" y="6527800"/>
            <a:ext cx="1851025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370" name="Google Shape;370;p1"/>
          <p:cNvSpPr txBox="1"/>
          <p:nvPr/>
        </p:nvSpPr>
        <p:spPr>
          <a:xfrm>
            <a:off x="3101181" y="509588"/>
            <a:ext cx="5989637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2000" b="1" i="0" u="none" dirty="0">
                <a:solidFill>
                  <a:schemeClr val="lt1"/>
                </a:solidFill>
                <a:latin typeface="Candara" panose="020E0502030303020204" pitchFamily="34" charset="0"/>
                <a:ea typeface="Comic Sans MS"/>
                <a:cs typeface="Comic Sans MS"/>
                <a:sym typeface="Comic Sans MS"/>
              </a:rPr>
              <a:t>Project review : First </a:t>
            </a:r>
            <a:r>
              <a:rPr lang="en-US" sz="2800" b="0" i="0" u="none" dirty="0">
                <a:solidFill>
                  <a:schemeClr val="lt1"/>
                </a:solidFill>
                <a:latin typeface="Candara" panose="020E0502030303020204" pitchFamily="34" charset="0"/>
                <a:ea typeface="Comic Sans MS"/>
                <a:cs typeface="Comic Sans MS"/>
                <a:sym typeface="Comic Sans MS"/>
              </a:rPr>
              <a:t> </a:t>
            </a:r>
            <a:endParaRPr sz="1600" dirty="0">
              <a:latin typeface="Candara" panose="020E0502030303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BFF6C7-2427-C16A-F68F-7C821B6CB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7" y="2001751"/>
            <a:ext cx="4620176" cy="326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4D52-B0CE-37A0-DFEA-726704A1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918BF-CA2C-E355-6658-A5F80BA83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700" y="2603499"/>
            <a:ext cx="8761412" cy="4095251"/>
          </a:xfrm>
        </p:spPr>
        <p:txBody>
          <a:bodyPr/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2800" b="0" i="0" u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Review</a:t>
            </a:r>
          </a:p>
          <a:p>
            <a:r>
              <a:rPr lang="en-US" sz="2800" b="0" i="0" u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Result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Conclusion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Reference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AEBDB31-1AA4-33C0-BBC9-7259C39A1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421115"/>
            <a:ext cx="2054100" cy="1452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84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/>
          </a:p>
        </p:txBody>
      </p:sp>
      <p:sp>
        <p:nvSpPr>
          <p:cNvPr id="377" name="Google Shape;377;p2"/>
          <p:cNvSpPr txBox="1"/>
          <p:nvPr/>
        </p:nvSpPr>
        <p:spPr>
          <a:xfrm>
            <a:off x="4302125" y="6300246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Bodoni"/>
                <a:ea typeface="Bodoni"/>
                <a:cs typeface="Bodoni"/>
                <a:sym typeface="Bodoni"/>
              </a:rPr>
              <a:t>ECE Department</a:t>
            </a:r>
            <a:endParaRPr dirty="0"/>
          </a:p>
        </p:txBody>
      </p:sp>
      <p:sp>
        <p:nvSpPr>
          <p:cNvPr id="378" name="Google Shape;378;p2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379" name="Google Shape;379;p2"/>
          <p:cNvSpPr txBox="1"/>
          <p:nvPr/>
        </p:nvSpPr>
        <p:spPr>
          <a:xfrm>
            <a:off x="746124" y="2416175"/>
            <a:ext cx="10909963" cy="256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Smart Vacuum Cleaner Robot</a:t>
            </a:r>
            <a:r>
              <a:rPr lang="en-US" sz="2400" dirty="0"/>
              <a:t> is an autonomous device that cleans floors automatically without human intervention.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uses </a:t>
            </a:r>
            <a:r>
              <a:rPr lang="en-US" sz="2400" b="1" dirty="0"/>
              <a:t>sensors, microcontrollers, and motors</a:t>
            </a:r>
            <a:r>
              <a:rPr lang="en-US" sz="2400" dirty="0"/>
              <a:t> to navigate and move across the floor.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sensors help the robot </a:t>
            </a:r>
            <a:r>
              <a:rPr lang="en-US" sz="2400" b="1" dirty="0"/>
              <a:t>detect walls and obstacles</a:t>
            </a:r>
            <a:r>
              <a:rPr lang="en-US" sz="2400" dirty="0"/>
              <a:t> to avoid collisions.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suction mechanism collects dust and debris</a:t>
            </a:r>
            <a:r>
              <a:rPr lang="en-US" sz="2400" dirty="0"/>
              <a:t> from the floor during cleaning.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collected dust is stored in an </a:t>
            </a:r>
            <a:r>
              <a:rPr lang="en-US" sz="2400" b="1" dirty="0"/>
              <a:t>internal dust container</a:t>
            </a:r>
            <a:r>
              <a:rPr lang="en-US" sz="2400" dirty="0"/>
              <a:t>, helping maintain cleanliness in homes and offices.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4D604D-110D-85C9-D65A-CC0EC59FA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fld>
            <a:endParaRPr/>
          </a:p>
        </p:txBody>
      </p:sp>
      <p:sp>
        <p:nvSpPr>
          <p:cNvPr id="386" name="Google Shape;386;p3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US" sz="1800" dirty="0">
                <a:latin typeface="Bodoni"/>
                <a:sym typeface="Bodoni"/>
              </a:rPr>
              <a:t>ECE Department</a:t>
            </a:r>
            <a:endParaRPr dirty="0"/>
          </a:p>
        </p:txBody>
      </p:sp>
      <p:sp>
        <p:nvSpPr>
          <p:cNvPr id="387" name="Google Shape;387;p3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dirty="0"/>
          </a:p>
        </p:txBody>
      </p:sp>
      <p:sp>
        <p:nvSpPr>
          <p:cNvPr id="388" name="Google Shape;388;p3"/>
          <p:cNvSpPr txBox="1"/>
          <p:nvPr/>
        </p:nvSpPr>
        <p:spPr>
          <a:xfrm>
            <a:off x="746124" y="2326817"/>
            <a:ext cx="9704161" cy="191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/>
              <a:t>The main objectives of this project are: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design and develop a </a:t>
            </a:r>
            <a:r>
              <a:rPr lang="en-US" sz="2000" b="1" dirty="0"/>
              <a:t>smart robotic vacuum cleaner</a:t>
            </a:r>
            <a:r>
              <a:rPr lang="en-US" sz="2000" dirty="0"/>
              <a:t> capable of cleaning floors automatically.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implement </a:t>
            </a:r>
            <a:r>
              <a:rPr lang="en-US" sz="2000" b="1" dirty="0"/>
              <a:t>obstacle detection and avoidance</a:t>
            </a:r>
            <a:r>
              <a:rPr lang="en-US" sz="2000" dirty="0"/>
              <a:t> using sensors.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control the robot using a </a:t>
            </a:r>
            <a:r>
              <a:rPr lang="en-US" sz="2000" b="1" dirty="0"/>
              <a:t>microcontroller-based embedded system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develop a </a:t>
            </a:r>
            <a:r>
              <a:rPr lang="en-US" sz="2000" b="1" dirty="0"/>
              <a:t>compact and energy-efficient cleaning device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reduce human effort in daily cleaning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dirty="0"/>
          </a:p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E91B8F9-4C82-0AB4-D1F2-9B21942A7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fld>
            <a:endParaRPr/>
          </a:p>
        </p:txBody>
      </p:sp>
      <p:sp>
        <p:nvSpPr>
          <p:cNvPr id="395" name="Google Shape;395;p4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1800"/>
            </a:pPr>
            <a:r>
              <a:rPr lang="en-US" dirty="0">
                <a:latin typeface="Bodoni"/>
                <a:sym typeface="Bodoni"/>
              </a:rPr>
              <a:t>ECE Department</a:t>
            </a:r>
            <a:endParaRPr lang="en-US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endParaRPr dirty="0"/>
          </a:p>
        </p:txBody>
      </p:sp>
      <p:sp>
        <p:nvSpPr>
          <p:cNvPr id="396" name="Google Shape;396;p4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dirty="0"/>
          </a:p>
        </p:txBody>
      </p:sp>
      <p:sp>
        <p:nvSpPr>
          <p:cNvPr id="397" name="Google Shape;397;p4"/>
          <p:cNvSpPr txBox="1"/>
          <p:nvPr/>
        </p:nvSpPr>
        <p:spPr>
          <a:xfrm>
            <a:off x="746125" y="2416175"/>
            <a:ext cx="10761662" cy="3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Many studies and commercial products</a:t>
            </a:r>
            <a:r>
              <a:rPr lang="en-US" sz="2000" dirty="0"/>
              <a:t> have been developed in the field of robotic vacuum cleaners.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Early robotic cleaners</a:t>
            </a:r>
            <a:r>
              <a:rPr lang="en-US" sz="2000" dirty="0"/>
              <a:t> used simple </a:t>
            </a:r>
            <a:r>
              <a:rPr lang="en-US" sz="2000" b="1" dirty="0"/>
              <a:t>random navigation algorithms</a:t>
            </a:r>
            <a:r>
              <a:rPr lang="en-US" sz="2000" dirty="0"/>
              <a:t>, moving randomly across the floor to clean surfaces.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Modern robotic cleaners</a:t>
            </a:r>
            <a:r>
              <a:rPr lang="en-US" sz="2000" dirty="0"/>
              <a:t> use advanced technologies such as </a:t>
            </a:r>
            <a:r>
              <a:rPr lang="en-US" sz="2000" b="1" dirty="0"/>
              <a:t>infrared sensors, ultrasonic sensors, LIDAR, and artificial intelligence</a:t>
            </a:r>
            <a:r>
              <a:rPr lang="en-US" sz="2000" dirty="0"/>
              <a:t> for better navigation and mapping.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Companies like </a:t>
            </a:r>
            <a:r>
              <a:rPr lang="en-US" sz="2000" b="1" dirty="0"/>
              <a:t>iRobot (Roomba), Xiaomi, and Dyson</a:t>
            </a:r>
            <a:r>
              <a:rPr lang="en-US" sz="2000" dirty="0"/>
              <a:t> have developed intelligent vacuum cleaners that can </a:t>
            </a:r>
            <a:r>
              <a:rPr lang="en-US" sz="2000" b="1" dirty="0"/>
              <a:t>map rooms and optimize cleaning path</a:t>
            </a:r>
            <a:endParaRPr lang="en-US" sz="20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F911CB4-8913-3612-E9D0-A4169770B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fld>
            <a:endParaRPr/>
          </a:p>
        </p:txBody>
      </p:sp>
      <p:sp>
        <p:nvSpPr>
          <p:cNvPr id="404" name="Google Shape;404;p5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1800"/>
            </a:pPr>
            <a:r>
              <a:rPr lang="en-US" dirty="0">
                <a:latin typeface="Bodoni"/>
                <a:sym typeface="Bodoni"/>
              </a:rPr>
              <a:t>ECE Department</a:t>
            </a:r>
            <a:endParaRPr lang="en-US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endParaRPr dirty="0"/>
          </a:p>
        </p:txBody>
      </p:sp>
      <p:sp>
        <p:nvSpPr>
          <p:cNvPr id="405" name="Google Shape;405;p5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dirty="0"/>
          </a:p>
        </p:txBody>
      </p:sp>
      <p:sp>
        <p:nvSpPr>
          <p:cNvPr id="406" name="Google Shape;406;p5"/>
          <p:cNvSpPr txBox="1"/>
          <p:nvPr/>
        </p:nvSpPr>
        <p:spPr>
          <a:xfrm>
            <a:off x="746125" y="2416175"/>
            <a:ext cx="10761662" cy="3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Methodology for Smart Vacuum Cleaner Robot</a:t>
            </a:r>
          </a:p>
          <a:p>
            <a:r>
              <a:rPr lang="en-US" sz="2000" b="1" dirty="0"/>
              <a:t>1.System Design:</a:t>
            </a:r>
            <a:br>
              <a:rPr lang="en-US" sz="2000" dirty="0"/>
            </a:br>
            <a:r>
              <a:rPr lang="en-US" sz="2000" dirty="0"/>
              <a:t>Design the robot architecture consisting of the ESP32 controller, motor driver, cleaning mechanism, sensors, and communication module to manage movement and cleaning operations.</a:t>
            </a:r>
          </a:p>
          <a:p>
            <a:r>
              <a:rPr lang="en-US" sz="2000" b="1" dirty="0"/>
              <a:t>2.Hardware Integration:</a:t>
            </a:r>
            <a:br>
              <a:rPr lang="en-US" sz="2000" dirty="0"/>
            </a:br>
            <a:r>
              <a:rPr lang="en-US" sz="2000" dirty="0"/>
              <a:t>Connect the ESP32 with DC motors, motor driver (L298N), vacuum fan, ultrasonic sensor, and rechargeable battery to enable robot movement, obstacle detection, and dust collection.</a:t>
            </a:r>
          </a:p>
          <a:p>
            <a:r>
              <a:rPr lang="en-US" sz="2000" b="1" dirty="0"/>
              <a:t>3.Voice Command Processing:</a:t>
            </a:r>
            <a:br>
              <a:rPr lang="en-US" sz="2000" dirty="0"/>
            </a:br>
            <a:r>
              <a:rPr lang="en-US" sz="2000" dirty="0"/>
              <a:t>Use a smartphone application to convert voice commands into text and transmit them to the ESP32 via Bluetooth, allowing the robot to respond to commands like start, stop, and direction control.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B53DBAE-D73E-5606-AEB7-176D5AB44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fld>
            <a:endParaRPr/>
          </a:p>
        </p:txBody>
      </p:sp>
      <p:sp>
        <p:nvSpPr>
          <p:cNvPr id="413" name="Google Shape;413;p6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1800"/>
            </a:pPr>
            <a:r>
              <a:rPr lang="en-US" dirty="0">
                <a:latin typeface="Bodoni"/>
                <a:sym typeface="Bodoni"/>
              </a:rPr>
              <a:t>ECE Department</a:t>
            </a:r>
            <a:endParaRPr lang="en-US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endParaRPr dirty="0"/>
          </a:p>
        </p:txBody>
      </p:sp>
      <p:sp>
        <p:nvSpPr>
          <p:cNvPr id="415" name="Google Shape;415;p6"/>
          <p:cNvSpPr txBox="1"/>
          <p:nvPr/>
        </p:nvSpPr>
        <p:spPr>
          <a:xfrm>
            <a:off x="746125" y="2416175"/>
            <a:ext cx="10761662" cy="3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4. Cleaning Mechanism</a:t>
            </a:r>
          </a:p>
          <a:p>
            <a:r>
              <a:rPr lang="en-US" sz="2000" dirty="0"/>
              <a:t>A suction motor creates airflow to collect dust into a dust container while the robot moves across the floor.</a:t>
            </a:r>
          </a:p>
          <a:p>
            <a:r>
              <a:rPr lang="en-US" sz="2000" b="1" dirty="0"/>
              <a:t>5. Navigation</a:t>
            </a:r>
          </a:p>
          <a:p>
            <a:r>
              <a:rPr lang="en-US" sz="2000" dirty="0"/>
              <a:t>The robot moves forward and changes direction whenever obstacles are detected, ensuring that most of the floor area is covered</a:t>
            </a:r>
            <a:r>
              <a:rPr lang="en-US" dirty="0"/>
              <a:t>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►"/>
            </a:pPr>
            <a:endParaRPr dirty="0"/>
          </a:p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C345849-59EF-5CD0-21BD-F06E51BEB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fld>
            <a:endParaRPr/>
          </a:p>
        </p:txBody>
      </p:sp>
      <p:sp>
        <p:nvSpPr>
          <p:cNvPr id="422" name="Google Shape;422;p7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1800"/>
            </a:pPr>
            <a:r>
              <a:rPr lang="en-US" dirty="0">
                <a:latin typeface="Bodoni"/>
                <a:sym typeface="Bodoni"/>
              </a:rPr>
              <a:t>ECE Department</a:t>
            </a:r>
            <a:endParaRPr lang="en-US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endParaRPr dirty="0"/>
          </a:p>
        </p:txBody>
      </p:sp>
      <p:sp>
        <p:nvSpPr>
          <p:cNvPr id="423" name="Google Shape;423;p7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/>
          </a:p>
        </p:txBody>
      </p:sp>
      <p:sp>
        <p:nvSpPr>
          <p:cNvPr id="424" name="Google Shape;424;p7"/>
          <p:cNvSpPr txBox="1"/>
          <p:nvPr/>
        </p:nvSpPr>
        <p:spPr>
          <a:xfrm>
            <a:off x="746125" y="2416175"/>
            <a:ext cx="10761662" cy="3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D03C00B-1A7E-30FC-4CFE-65FA4709B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559C023-BD94-ECB6-BB12-3F3004B911C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71787" y="2184400"/>
            <a:ext cx="1169628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Vacuum Cleaner Robot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how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robotics and embedded systems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automate daily cleaning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obstacles and navigate through the environment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cleaning the floor.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vacuum mechanism to collect dust and debris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surfaces.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demonstrates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 of autonomous robots to improve convenience and efficiency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household cleaning.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 can include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room mapping, mobile app control, and AI-based navigation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enhance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8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fld>
            <a:endParaRPr/>
          </a:p>
        </p:txBody>
      </p:sp>
      <p:sp>
        <p:nvSpPr>
          <p:cNvPr id="431" name="Google Shape;431;p8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1800"/>
            </a:pPr>
            <a:r>
              <a:rPr lang="en-US" dirty="0">
                <a:latin typeface="Bodoni"/>
                <a:sym typeface="Bodoni"/>
              </a:rPr>
              <a:t>ECE Department</a:t>
            </a:r>
            <a:endParaRPr lang="en-US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endParaRPr dirty="0"/>
          </a:p>
        </p:txBody>
      </p:sp>
      <p:sp>
        <p:nvSpPr>
          <p:cNvPr id="432" name="Google Shape;432;p8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 </a:t>
            </a:r>
            <a:endParaRPr dirty="0"/>
          </a:p>
        </p:txBody>
      </p:sp>
      <p:sp>
        <p:nvSpPr>
          <p:cNvPr id="433" name="Google Shape;433;p8"/>
          <p:cNvSpPr txBox="1"/>
          <p:nvPr/>
        </p:nvSpPr>
        <p:spPr>
          <a:xfrm>
            <a:off x="746125" y="2416175"/>
            <a:ext cx="10761662" cy="3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</a:pPr>
            <a:endParaRPr lang="fr-FR" dirty="0"/>
          </a:p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2C02512-5114-54D2-B913-803D2D841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B047D7B2-27A2-94E1-CA66-AF3B7F8A4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1807"/>
            <a:ext cx="120517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Start building the prototype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Control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Wi-Fi capability of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and monitor the robot through a smartphone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Charging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docking station so the robot automatically returns for charging when the battery level is 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Sensors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better sensors for accurate obstacle detection and smoother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A61217FA-3ACE-7D9E-FE76-D7D78CEC8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8">
            <a:extLst>
              <a:ext uri="{FF2B5EF4-FFF2-40B4-BE49-F238E27FC236}">
                <a16:creationId xmlns:a16="http://schemas.microsoft.com/office/drawing/2014/main" id="{2EC9F8C3-1121-C719-B72E-FE2B9EB623B7}"/>
              </a:ext>
            </a:extLst>
          </p:cNvPr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fld>
            <a:endParaRPr/>
          </a:p>
        </p:txBody>
      </p:sp>
      <p:sp>
        <p:nvSpPr>
          <p:cNvPr id="431" name="Google Shape;431;p8">
            <a:extLst>
              <a:ext uri="{FF2B5EF4-FFF2-40B4-BE49-F238E27FC236}">
                <a16:creationId xmlns:a16="http://schemas.microsoft.com/office/drawing/2014/main" id="{6039D973-124B-4EA4-C24F-32F40218FDBA}"/>
              </a:ext>
            </a:extLst>
          </p:cNvPr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1800"/>
            </a:pPr>
            <a:r>
              <a:rPr lang="en-US" dirty="0">
                <a:latin typeface="Bodoni"/>
                <a:sym typeface="Bodoni"/>
              </a:rPr>
              <a:t>ECE Department</a:t>
            </a:r>
            <a:endParaRPr lang="en-US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endParaRPr dirty="0"/>
          </a:p>
        </p:txBody>
      </p:sp>
      <p:sp>
        <p:nvSpPr>
          <p:cNvPr id="432" name="Google Shape;432;p8">
            <a:extLst>
              <a:ext uri="{FF2B5EF4-FFF2-40B4-BE49-F238E27FC236}">
                <a16:creationId xmlns:a16="http://schemas.microsoft.com/office/drawing/2014/main" id="{29AB7469-2A29-8D3B-75F1-2558AA65EB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REQUIRED</a:t>
            </a: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433" name="Google Shape;433;p8">
            <a:extLst>
              <a:ext uri="{FF2B5EF4-FFF2-40B4-BE49-F238E27FC236}">
                <a16:creationId xmlns:a16="http://schemas.microsoft.com/office/drawing/2014/main" id="{016DAD2D-9558-24C3-FAFC-FC6F7FB0ED9B}"/>
              </a:ext>
            </a:extLst>
          </p:cNvPr>
          <p:cNvSpPr txBox="1"/>
          <p:nvPr/>
        </p:nvSpPr>
        <p:spPr>
          <a:xfrm>
            <a:off x="746125" y="2416175"/>
            <a:ext cx="10761662" cy="3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/>
              <a:t>Components Required for a Voice-Controlled Smart Vacuum Cleaner Robot (ESP32)</a:t>
            </a:r>
          </a:p>
          <a:p>
            <a:r>
              <a:rPr lang="en-US" sz="1600" b="1" dirty="0"/>
              <a:t>1. ESP32 Development Board</a:t>
            </a:r>
          </a:p>
          <a:p>
            <a:r>
              <a:rPr lang="en-US" sz="1600" dirty="0"/>
              <a:t>Acts as the </a:t>
            </a:r>
            <a:r>
              <a:rPr lang="en-US" sz="1600" b="1" dirty="0"/>
              <a:t>main controller (brain)</a:t>
            </a:r>
            <a:r>
              <a:rPr lang="en-US" sz="1600" dirty="0"/>
              <a:t> of the robot</a:t>
            </a:r>
          </a:p>
          <a:p>
            <a:r>
              <a:rPr lang="en-US" sz="1600" dirty="0"/>
              <a:t>Processes voice commands and controls motors and sensors</a:t>
            </a:r>
          </a:p>
          <a:p>
            <a:r>
              <a:rPr lang="en-US" sz="1600" b="1" dirty="0"/>
              <a:t>2. Motor Driver Module (L298N or L293D)</a:t>
            </a:r>
          </a:p>
          <a:p>
            <a:r>
              <a:rPr lang="en-US" sz="1600" dirty="0"/>
              <a:t>Controls the </a:t>
            </a:r>
            <a:r>
              <a:rPr lang="en-US" sz="1600" b="1" dirty="0"/>
              <a:t>speed and direction of DC motors</a:t>
            </a:r>
            <a:endParaRPr lang="en-US" sz="1600" dirty="0"/>
          </a:p>
          <a:p>
            <a:r>
              <a:rPr lang="en-US" sz="1600" dirty="0"/>
              <a:t>Works as an interface between ESP32 and motors</a:t>
            </a:r>
          </a:p>
          <a:p>
            <a:r>
              <a:rPr lang="en-US" sz="1600" b="1" dirty="0"/>
              <a:t>3. DC Gear Motors (BO Motors)</a:t>
            </a:r>
          </a:p>
          <a:p>
            <a:r>
              <a:rPr lang="en-US" sz="1600" dirty="0"/>
              <a:t>Used for </a:t>
            </a:r>
            <a:r>
              <a:rPr lang="en-US" sz="1600" b="1" dirty="0"/>
              <a:t>robot movement</a:t>
            </a:r>
            <a:r>
              <a:rPr lang="en-US" sz="1600" dirty="0"/>
              <a:t> (forward, backward, left, right)</a:t>
            </a:r>
          </a:p>
          <a:p>
            <a:r>
              <a:rPr lang="en-US" sz="1600" b="1" dirty="0"/>
              <a:t>4. Robot Chassis with Wheels</a:t>
            </a:r>
          </a:p>
          <a:p>
            <a:r>
              <a:rPr lang="en-US" sz="1600" dirty="0"/>
              <a:t>Provides the </a:t>
            </a:r>
            <a:r>
              <a:rPr lang="en-US" sz="1600" b="1" dirty="0"/>
              <a:t>base structure</a:t>
            </a:r>
            <a:r>
              <a:rPr lang="en-US" sz="1600" dirty="0"/>
              <a:t> for mounting all components</a:t>
            </a:r>
          </a:p>
          <a:p>
            <a:r>
              <a:rPr lang="en-US" sz="1600" b="1" dirty="0"/>
              <a:t>5. Vacuum Suction Fan / High-Speed DC Motor</a:t>
            </a:r>
          </a:p>
          <a:p>
            <a:r>
              <a:rPr lang="en-US" sz="1600" dirty="0"/>
              <a:t>Creates </a:t>
            </a:r>
            <a:r>
              <a:rPr lang="en-US" sz="1600" b="1" dirty="0"/>
              <a:t>suction to collect dust and debris</a:t>
            </a:r>
            <a:endParaRPr lang="en-US" sz="1600" dirty="0"/>
          </a:p>
          <a:p>
            <a:r>
              <a:rPr lang="en-US" sz="1600" b="1" dirty="0"/>
              <a:t>6. Cleaning Brush</a:t>
            </a:r>
          </a:p>
          <a:p>
            <a:r>
              <a:rPr lang="en-US" sz="1600" dirty="0"/>
              <a:t>Helps gather dust and direct it toward the suction fan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5622250-7FB7-A3B2-2202-A4E31E967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52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5BA989C2-1816-113C-095B-834AB224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8">
            <a:extLst>
              <a:ext uri="{FF2B5EF4-FFF2-40B4-BE49-F238E27FC236}">
                <a16:creationId xmlns:a16="http://schemas.microsoft.com/office/drawing/2014/main" id="{A660DCDA-9015-7D30-C475-2EC7A7398DAD}"/>
              </a:ext>
            </a:extLst>
          </p:cNvPr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fld>
            <a:endParaRPr/>
          </a:p>
        </p:txBody>
      </p:sp>
      <p:sp>
        <p:nvSpPr>
          <p:cNvPr id="431" name="Google Shape;431;p8">
            <a:extLst>
              <a:ext uri="{FF2B5EF4-FFF2-40B4-BE49-F238E27FC236}">
                <a16:creationId xmlns:a16="http://schemas.microsoft.com/office/drawing/2014/main" id="{C69F5AFC-DCD6-8EBE-92A4-32D34BD30357}"/>
              </a:ext>
            </a:extLst>
          </p:cNvPr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1800"/>
            </a:pPr>
            <a:r>
              <a:rPr lang="en-US" dirty="0">
                <a:latin typeface="Bodoni"/>
                <a:sym typeface="Bodoni"/>
              </a:rPr>
              <a:t>ECE Department</a:t>
            </a:r>
            <a:endParaRPr lang="en-US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endParaRPr dirty="0"/>
          </a:p>
        </p:txBody>
      </p:sp>
      <p:sp>
        <p:nvSpPr>
          <p:cNvPr id="432" name="Google Shape;432;p8">
            <a:extLst>
              <a:ext uri="{FF2B5EF4-FFF2-40B4-BE49-F238E27FC236}">
                <a16:creationId xmlns:a16="http://schemas.microsoft.com/office/drawing/2014/main" id="{874098EE-5BCB-B643-7094-34FBA1E105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REQUIRED</a:t>
            </a:r>
            <a:r>
              <a:rPr lang="en-US" sz="3600" b="0" i="0" u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433" name="Google Shape;433;p8">
            <a:extLst>
              <a:ext uri="{FF2B5EF4-FFF2-40B4-BE49-F238E27FC236}">
                <a16:creationId xmlns:a16="http://schemas.microsoft.com/office/drawing/2014/main" id="{6FA37042-CAFE-827C-315F-45B125D78722}"/>
              </a:ext>
            </a:extLst>
          </p:cNvPr>
          <p:cNvSpPr txBox="1"/>
          <p:nvPr/>
        </p:nvSpPr>
        <p:spPr>
          <a:xfrm>
            <a:off x="746125" y="2416175"/>
            <a:ext cx="10761662" cy="3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b="1" dirty="0"/>
              <a:t>7. Bluetooth Communication (Built-in in ESP32)</a:t>
            </a:r>
          </a:p>
          <a:p>
            <a:r>
              <a:rPr lang="en-US" sz="1800" dirty="0"/>
              <a:t>Allows the robot to receive </a:t>
            </a:r>
            <a:r>
              <a:rPr lang="en-US" sz="1800" b="1" dirty="0"/>
              <a:t>voice commands from a smartphone</a:t>
            </a:r>
            <a:endParaRPr lang="en-US" sz="1800" dirty="0"/>
          </a:p>
          <a:p>
            <a:r>
              <a:rPr lang="en-US" sz="1800" b="1" dirty="0"/>
              <a:t>8. Ultrasonic Sensor (HC-SR04)</a:t>
            </a:r>
          </a:p>
          <a:p>
            <a:r>
              <a:rPr lang="en-US" sz="1800" dirty="0"/>
              <a:t>Detects </a:t>
            </a:r>
            <a:r>
              <a:rPr lang="en-US" sz="1800" b="1" dirty="0"/>
              <a:t>obstacles in front of the robot</a:t>
            </a:r>
            <a:r>
              <a:rPr lang="en-US" sz="1800" dirty="0"/>
              <a:t> to avoid collisions</a:t>
            </a:r>
          </a:p>
          <a:p>
            <a:r>
              <a:rPr lang="en-US" sz="1800" b="1" dirty="0"/>
              <a:t>9. Rechargeable Battery (Li-ion 18650)</a:t>
            </a:r>
          </a:p>
          <a:p>
            <a:r>
              <a:rPr lang="en-US" sz="1800" dirty="0"/>
              <a:t>Supplies </a:t>
            </a:r>
            <a:r>
              <a:rPr lang="en-US" sz="1800" b="1" dirty="0"/>
              <a:t>power to the robot system</a:t>
            </a:r>
            <a:endParaRPr lang="en-US" sz="1800" dirty="0"/>
          </a:p>
          <a:p>
            <a:r>
              <a:rPr lang="en-US" sz="1800" b="1" dirty="0"/>
              <a:t>10. Battery Holder / Power Module</a:t>
            </a:r>
          </a:p>
          <a:p>
            <a:r>
              <a:rPr lang="en-US" sz="1800" dirty="0"/>
              <a:t>Holds batteries and regulates voltage supply</a:t>
            </a:r>
          </a:p>
          <a:p>
            <a:r>
              <a:rPr lang="en-US" sz="1800" b="1" dirty="0"/>
              <a:t>11. Connecting Wires and Breadboard</a:t>
            </a:r>
          </a:p>
          <a:p>
            <a:r>
              <a:rPr lang="en-US" sz="1800" dirty="0"/>
              <a:t>Used for </a:t>
            </a:r>
            <a:r>
              <a:rPr lang="en-US" sz="1800" b="1" dirty="0"/>
              <a:t>electrical connections between components</a:t>
            </a:r>
            <a:endParaRPr lang="en-US" sz="1800" dirty="0"/>
          </a:p>
          <a:p>
            <a:r>
              <a:rPr lang="en-US" sz="1800" b="1" dirty="0"/>
              <a:t>12. Dust Container</a:t>
            </a:r>
          </a:p>
          <a:p>
            <a:r>
              <a:rPr lang="en-US" sz="1800" dirty="0"/>
              <a:t>Stores </a:t>
            </a:r>
            <a:r>
              <a:rPr lang="en-US" sz="1800" b="1" dirty="0"/>
              <a:t>collected dust and debris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B19BD27-C5AB-12E2-5DAB-2EE48C49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3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fld>
            <a:endParaRPr/>
          </a:p>
        </p:txBody>
      </p:sp>
      <p:sp>
        <p:nvSpPr>
          <p:cNvPr id="440" name="Google Shape;440;p9"/>
          <p:cNvSpPr txBox="1"/>
          <p:nvPr/>
        </p:nvSpPr>
        <p:spPr>
          <a:xfrm>
            <a:off x="4302125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doni"/>
              <a:buNone/>
            </a:pPr>
            <a:r>
              <a:rPr lang="en-US" sz="1800" dirty="0">
                <a:latin typeface="Bodoni"/>
                <a:sym typeface="Bodoni"/>
              </a:rPr>
              <a:t>ECE Department</a:t>
            </a:r>
            <a:endParaRPr dirty="0"/>
          </a:p>
        </p:txBody>
      </p:sp>
      <p:sp>
        <p:nvSpPr>
          <p:cNvPr id="441" name="Google Shape;441;p9"/>
          <p:cNvSpPr txBox="1">
            <a:spLocks noGrp="1"/>
          </p:cNvSpPr>
          <p:nvPr>
            <p:ph type="title"/>
          </p:nvPr>
        </p:nvSpPr>
        <p:spPr>
          <a:xfrm>
            <a:off x="0" y="966787"/>
            <a:ext cx="121920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 </a:t>
            </a:r>
            <a:endParaRPr/>
          </a:p>
        </p:txBody>
      </p:sp>
      <p:sp>
        <p:nvSpPr>
          <p:cNvPr id="442" name="Google Shape;442;p9"/>
          <p:cNvSpPr txBox="1"/>
          <p:nvPr/>
        </p:nvSpPr>
        <p:spPr>
          <a:xfrm flipV="1">
            <a:off x="1816671" y="5891213"/>
            <a:ext cx="1076166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</a:pPr>
            <a:endParaRPr dirty="0"/>
          </a:p>
          <a:p>
            <a:pPr marL="342900" marR="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803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DCCEA29-B552-6A54-4F02-7B1A74DE6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1" y="513708"/>
            <a:ext cx="2054100" cy="13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78C0F30-0680-356A-C10A-06D4416B3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954" y="3074610"/>
            <a:ext cx="857459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Siegwart, R., Nourbakhsh, I. R., &amp;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Scaramuzza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D. (2011).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Autonomous Mobile Robots (2nd Edition).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MIT Press.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Thrun, S., Burgard, W., &amp; Fox, D. (2005).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Probabilistic Robotics.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MIT Press.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iRobot Corporation.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Roomba Robot Vacuum Technology Overview. Available at: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Dyson Technology Ltd.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Dyson Intelligent Robot Vacuum Technology. Available at: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Xiaomi Corporation.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 Robot Vacuum Cleaner Product Documentation. Available at: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2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974</Words>
  <Application>Microsoft Office PowerPoint</Application>
  <PresentationFormat>Widescreen</PresentationFormat>
  <Paragraphs>138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12</vt:i4>
      </vt:variant>
    </vt:vector>
  </HeadingPairs>
  <TitlesOfParts>
    <vt:vector size="33" baseType="lpstr">
      <vt:lpstr>Noto Sans Symbols</vt:lpstr>
      <vt:lpstr>Calibri</vt:lpstr>
      <vt:lpstr>Comic Sans MS</vt:lpstr>
      <vt:lpstr>Bodoni</vt:lpstr>
      <vt:lpstr>Arial</vt:lpstr>
      <vt:lpstr>Candara</vt:lpstr>
      <vt:lpstr>Century Gothic</vt:lpstr>
      <vt:lpstr>Times New Roman</vt:lpstr>
      <vt:lpstr>1_Ion Boardroom</vt:lpstr>
      <vt:lpstr>Ion Boardroom</vt:lpstr>
      <vt:lpstr>2_Ion Boardroom</vt:lpstr>
      <vt:lpstr>3_Ion Boardroom</vt:lpstr>
      <vt:lpstr>4_Ion Boardroom</vt:lpstr>
      <vt:lpstr>5_Ion Boardroom</vt:lpstr>
      <vt:lpstr>6_Ion Boardroom</vt:lpstr>
      <vt:lpstr>7_Ion Boardroom</vt:lpstr>
      <vt:lpstr>8_Ion Boardroom</vt:lpstr>
      <vt:lpstr>9_Ion Boardroom</vt:lpstr>
      <vt:lpstr>10_Ion Boardroom</vt:lpstr>
      <vt:lpstr>11_Ion Boardroom</vt:lpstr>
      <vt:lpstr>12_Ion Boardroom</vt:lpstr>
      <vt:lpstr>                                       Project Title  Smart vaccum cleaner robot</vt:lpstr>
      <vt:lpstr>CONTENT</vt:lpstr>
      <vt:lpstr>INTRODUCTION</vt:lpstr>
      <vt:lpstr>OBJECTIVE </vt:lpstr>
      <vt:lpstr>LITERATURE REVIEW</vt:lpstr>
      <vt:lpstr>METHODOLOGY</vt:lpstr>
      <vt:lpstr>PowerPoint Presentation</vt:lpstr>
      <vt:lpstr>CONCLUSION </vt:lpstr>
      <vt:lpstr>FUTURE WORK </vt:lpstr>
      <vt:lpstr>COMPONENTS REQUIRED </vt:lpstr>
      <vt:lpstr>COMPONENTS REQUIRED </vt:lpstr>
      <vt:lpstr>REFERENCES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 (Font Style: Comic Sans MS , Size: 30-32)</dc:title>
  <dc:creator>Windows User</dc:creator>
  <cp:lastModifiedBy>vamshi chakravarthy</cp:lastModifiedBy>
  <cp:revision>3</cp:revision>
  <dcterms:created xsi:type="dcterms:W3CDTF">2017-08-03T09:47:51Z</dcterms:created>
  <dcterms:modified xsi:type="dcterms:W3CDTF">2026-03-16T10:00:22Z</dcterms:modified>
</cp:coreProperties>
</file>